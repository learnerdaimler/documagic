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14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02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5B0EA-430E-B69F-6ED4-EB4176ABFC24}"/>
              </a:ext>
            </a:extLst>
          </p:cNvPr>
          <p:cNvSpPr txBox="1"/>
          <p:nvPr/>
        </p:nvSpPr>
        <p:spPr>
          <a:xfrm>
            <a:off x="2342560" y="3075057"/>
            <a:ext cx="4458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accent2"/>
                </a:solidFill>
              </a:rPr>
              <a:t>REAL WORLD Q&amp;A </a:t>
            </a:r>
            <a:endParaRPr lang="en-IN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22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Scenario: </a:t>
            </a:r>
            <a:r>
              <a:rPr b="1" dirty="0">
                <a:solidFill>
                  <a:schemeClr val="accent2"/>
                </a:solidFill>
              </a:rPr>
              <a:t>HealthTech</a:t>
            </a:r>
            <a:r>
              <a:rPr dirty="0"/>
              <a:t> – Kanban Flow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Your team is building a real-time vitals monitoring app. API tasks are frequently blocked. How would you redesign the Kanban board (columns, WIP limits, metrics)?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Solution: </a:t>
            </a:r>
            <a:r>
              <a:rPr b="1" dirty="0">
                <a:solidFill>
                  <a:schemeClr val="accent2"/>
                </a:solidFill>
              </a:rPr>
              <a:t>HealthTech</a:t>
            </a:r>
            <a:r>
              <a:rPr dirty="0"/>
              <a:t> – Kanban Flow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Solution: Add columns Intake → Ready → API Dev → UI Dev → QA → Blocked → Review → Done with WIP=2. </a:t>
            </a:r>
            <a:endParaRPr lang="en-GB" dirty="0"/>
          </a:p>
          <a:p>
            <a:r>
              <a:rPr dirty="0"/>
              <a:t>Add API </a:t>
            </a:r>
            <a:r>
              <a:rPr dirty="0" err="1"/>
              <a:t>swimlane</a:t>
            </a:r>
            <a:r>
              <a:rPr dirty="0"/>
              <a:t>. </a:t>
            </a:r>
            <a:endParaRPr lang="en-GB" dirty="0"/>
          </a:p>
          <a:p>
            <a:r>
              <a:rPr dirty="0"/>
              <a:t>Use cycle-time scatter plot to reduce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Scenario:</a:t>
            </a:r>
            <a:r>
              <a:rPr b="1" dirty="0">
                <a:solidFill>
                  <a:schemeClr val="accent2"/>
                </a:solidFill>
              </a:rPr>
              <a:t> FinTech </a:t>
            </a:r>
            <a:r>
              <a:rPr dirty="0"/>
              <a:t>– Expedited Lane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Peak-hour UPI regression failures require urgent fixes. How do you design an expedited lane without abuse?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Solution: </a:t>
            </a:r>
            <a:r>
              <a:rPr b="1" dirty="0">
                <a:solidFill>
                  <a:schemeClr val="accent2"/>
                </a:solidFill>
              </a:rPr>
              <a:t>FinTech</a:t>
            </a:r>
            <a:r>
              <a:rPr dirty="0"/>
              <a:t> – Expedited Lane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Only Severity‑1 or regulatory fixes allowed. Jira automation tags. Weekly triage prevents misuse.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Scenario: </a:t>
            </a:r>
            <a:r>
              <a:rPr b="1" dirty="0">
                <a:solidFill>
                  <a:schemeClr val="accent2"/>
                </a:solidFill>
              </a:rPr>
              <a:t>Logistics</a:t>
            </a:r>
            <a:r>
              <a:rPr dirty="0"/>
              <a:t> – Cross-</a:t>
            </a:r>
            <a:r>
              <a:rPr dirty="0" err="1"/>
              <a:t>Timezone</a:t>
            </a:r>
            <a:r>
              <a:rPr dirty="0"/>
              <a:t>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Distributed team struggles with standups and SLA tracking. How do you ensure visibility?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Solution: </a:t>
            </a:r>
            <a:r>
              <a:rPr b="1" dirty="0">
                <a:solidFill>
                  <a:schemeClr val="accent2"/>
                </a:solidFill>
              </a:rPr>
              <a:t>Logistics</a:t>
            </a:r>
            <a:r>
              <a:rPr dirty="0"/>
              <a:t> – Cross-</a:t>
            </a:r>
            <a:r>
              <a:rPr dirty="0" err="1"/>
              <a:t>Timezone</a:t>
            </a:r>
            <a:r>
              <a:rPr dirty="0"/>
              <a:t>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Jira dashboards showing blockers, SLAs, throughput. Trello automations route tasks by timezone.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Scenario: </a:t>
            </a:r>
            <a:r>
              <a:rPr b="1" dirty="0">
                <a:solidFill>
                  <a:schemeClr val="accent2"/>
                </a:solidFill>
              </a:rPr>
              <a:t>EdTech</a:t>
            </a:r>
            <a:r>
              <a:rPr dirty="0"/>
              <a:t> – UI 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Mid-sprint UI changes disrupt engineers. How do you categorize and control this?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Solution: </a:t>
            </a:r>
            <a:r>
              <a:rPr b="1" dirty="0">
                <a:solidFill>
                  <a:schemeClr val="accent2"/>
                </a:solidFill>
              </a:rPr>
              <a:t>EdTech </a:t>
            </a:r>
            <a:r>
              <a:rPr dirty="0"/>
              <a:t>– UI 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Add UI/UX Change Request workflow. Policy: no mid-sprint changes unless severity critical.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Scenario: </a:t>
            </a:r>
            <a:r>
              <a:rPr b="1" dirty="0">
                <a:solidFill>
                  <a:schemeClr val="accent2"/>
                </a:solidFill>
              </a:rPr>
              <a:t>MRPII </a:t>
            </a:r>
            <a:r>
              <a:rPr dirty="0"/>
              <a:t>– Hardware Integration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Repeated integration issues during planning. How do you set a Defect → RCA → Fix loop?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Solution:</a:t>
            </a:r>
            <a:r>
              <a:rPr b="1" dirty="0">
                <a:solidFill>
                  <a:schemeClr val="accent2"/>
                </a:solidFill>
              </a:rPr>
              <a:t> MRPII </a:t>
            </a:r>
            <a:r>
              <a:rPr dirty="0"/>
              <a:t>– Hardware Integration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Add RCA mandatory state, WIP limits, and automation preventing closure without RCA.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Scenario: </a:t>
            </a:r>
            <a:r>
              <a:rPr b="1" dirty="0">
                <a:solidFill>
                  <a:schemeClr val="accent2"/>
                </a:solidFill>
              </a:rPr>
              <a:t>Cucumber/Xray </a:t>
            </a:r>
            <a:r>
              <a:rPr dirty="0"/>
              <a:t>– API Schema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Inconsistent API response formats. Write a test strategy.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Solution: </a:t>
            </a:r>
            <a:r>
              <a:rPr b="1" dirty="0">
                <a:solidFill>
                  <a:schemeClr val="accent2"/>
                </a:solidFill>
              </a:rPr>
              <a:t>Cucumber/Xray </a:t>
            </a:r>
            <a:r>
              <a:rPr dirty="0"/>
              <a:t>– API Schema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Use BDD schema tests. Xray: Preconditions → Tests → Test Sets → Test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Scenario: FinTech </a:t>
            </a:r>
            <a:r>
              <a:rPr b="1" dirty="0">
                <a:solidFill>
                  <a:schemeClr val="accent2"/>
                </a:solidFill>
              </a:rPr>
              <a:t>ML</a:t>
            </a:r>
            <a:r>
              <a:rPr dirty="0"/>
              <a:t> Model – False Positives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New fraud model blocks legitimate transactions. How do you validate?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Solution: FinTech </a:t>
            </a:r>
            <a:r>
              <a:rPr b="1" dirty="0">
                <a:solidFill>
                  <a:schemeClr val="accent2"/>
                </a:solidFill>
              </a:rPr>
              <a:t>ML</a:t>
            </a:r>
            <a:r>
              <a:rPr dirty="0"/>
              <a:t> Model – False Positives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scenarios for ML behavior. Xray traceability from requirement → test → execution.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EdTech – Rules + AI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Learning paths mismatch real student needs. How do you test rule engine?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EdTech – Rules + AI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for rules + AI fallback. Xray Test Plans group multiple rules.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Logistics – API Rate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Vendor added rate limiting. How do you test?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Logistics – API Rate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Edge, negative, throttle tests using parameterized BDD.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Environment – Carbon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Calculator fails for multi-country routes.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Environment – Carbon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outline with route combinations. Xray parameterized tests.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FinTech –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Junior dev used string concatenation. How do you manage security fix?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FinTech – 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Jira security workflow mapped to OWASP A03 Injection + Xray security test.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HealthTech – PHI Log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Logs show patient data. How do you maintain flow?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HealthTech – PHI Log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Security-only Kanban lane, RCA mandatory.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Logistics – Broken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Shipment ID exposes private data. What’s solution?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Logistics – Broken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permission tests linked to OWASP A01.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EdTech – Auth Bypass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Users bypass premium restrictions.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EdTech – Auth Bypass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Integrate ZAP DAST → Jira → Xray.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MRPII – Weak CI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Builds pass with medium vulnerabilities.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MRPII – Weak CI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Block deployment on High severity. Jira automation + Xray coverage rules.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Kanban Metrics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metrics matter by domain?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Kanban Metrics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FinTech: Lead time; EdTech: Throughput; Logistics: Cycle time.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Capstone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to track Epic → Deploy?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Capstone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Unified flow: Epic → Story → BDD → Xray → Pipeline → Deployment.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EdTech – API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AI recommendation API fails intermittently.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EdTech – API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Resilience tasks in Kanban + retry policy.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HealthTech – Queue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Backend queues overflow.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HealthTech – Queue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for queue threshold; Xray Test Plan.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FinTech – Blockchain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Ledger writes slow.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FinTech – Blockchain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Portfolio Kanban (System → Team → Dev).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API Gateway Error Storm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High 429/500 errors.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API Gateway Error Storm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for circuit breaker + retry; link to Jira/Xray.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Frontend–Backend Contract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Teams break each other’s contracts.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Frontend–Backend Contract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VSCode structure for shared contract tests.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OWASP – Malicious File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Malicious files bypass filters.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OWASP – Malicious File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BDD MIME, antivirus, hashing checks.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Kanban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to forecast release dates?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Kanban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Monte Carlo + cycle-time scatter.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Scenario: DevSecOps – SAST Skipped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Pipeline skips scans.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Solution: DevSecOps – SAST Skipped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Solution: RCA workflow + blocking automation.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BDD Template – Xray + 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Feature: API Schema Validation</a:t>
            </a:r>
          </a:p>
          <a:p>
            <a:r>
              <a:t>  Scenario Outline: Validate schema</a:t>
            </a:r>
          </a:p>
          <a:p>
            <a:r>
              <a:t>    Given API &lt;endpoint&gt; is available</a:t>
            </a:r>
          </a:p>
          <a:p>
            <a:r>
              <a:t>    When GET request is sent</a:t>
            </a:r>
          </a:p>
          <a:p>
            <a:r>
              <a:t>    Then Response matches schema &lt;schema&gt;</a:t>
            </a:r>
          </a:p>
          <a:p>
            <a:endParaRPr/>
          </a:p>
          <a:p>
            <a:r>
              <a:t>Xray Structure:</a:t>
            </a:r>
          </a:p>
          <a:p>
            <a:r>
              <a:t>Requirement → Test → Test Set → Test Plan → Test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1039</Words>
  <Application>Microsoft Office PowerPoint</Application>
  <PresentationFormat>On-screen Show (4:3)</PresentationFormat>
  <Paragraphs>137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PowerPoint Presentation</vt:lpstr>
      <vt:lpstr>Scenario: HealthTech – Kanban Flow Optimization</vt:lpstr>
      <vt:lpstr>Solution: HealthTech – Kanban Flow Optimization</vt:lpstr>
      <vt:lpstr>Scenario: FinTech – Expedited Lane Governance</vt:lpstr>
      <vt:lpstr>Solution: FinTech – Expedited Lane Governance</vt:lpstr>
      <vt:lpstr>Scenario: Logistics – Cross-Timezone Visibility</vt:lpstr>
      <vt:lpstr>Solution: Logistics – Cross-Timezone Visibility</vt:lpstr>
      <vt:lpstr>Scenario: EdTech – UI Scope Creep</vt:lpstr>
      <vt:lpstr>Solution: EdTech – UI Scope Creep</vt:lpstr>
      <vt:lpstr>Scenario: MRPII – Hardware Integration Failures</vt:lpstr>
      <vt:lpstr>Solution: MRPII – Hardware Integration Failures</vt:lpstr>
      <vt:lpstr>Scenario: Cucumber/Xray – API Schema Validation</vt:lpstr>
      <vt:lpstr>Solution: Cucumber/Xray – API Schema Validation</vt:lpstr>
      <vt:lpstr>Scenario: FinTech ML Model – False Positives</vt:lpstr>
      <vt:lpstr>Solution: FinTech ML Model – False Positives</vt:lpstr>
      <vt:lpstr>Scenario: EdTech – Rules + AI Fallback</vt:lpstr>
      <vt:lpstr>Solution: EdTech – Rules + AI Fallback</vt:lpstr>
      <vt:lpstr>Scenario: Logistics – API Rate Limits</vt:lpstr>
      <vt:lpstr>Solution: Logistics – API Rate Limits</vt:lpstr>
      <vt:lpstr>Scenario: Environment – Carbon Calculator</vt:lpstr>
      <vt:lpstr>Solution: Environment – Carbon Calculator</vt:lpstr>
      <vt:lpstr>Scenario: FinTech – SQL Injection</vt:lpstr>
      <vt:lpstr>Solution: FinTech – SQL Injection</vt:lpstr>
      <vt:lpstr>Scenario: HealthTech – PHI Log Leak</vt:lpstr>
      <vt:lpstr>Solution: HealthTech – PHI Log Leak</vt:lpstr>
      <vt:lpstr>Scenario: Logistics – Broken Access Control</vt:lpstr>
      <vt:lpstr>Solution: Logistics – Broken Access Control</vt:lpstr>
      <vt:lpstr>Scenario: EdTech – Auth Bypass</vt:lpstr>
      <vt:lpstr>Solution: EdTech – Auth Bypass</vt:lpstr>
      <vt:lpstr>Scenario: MRPII – Weak CI Gate</vt:lpstr>
      <vt:lpstr>Solution: MRPII – Weak CI Gate</vt:lpstr>
      <vt:lpstr>Scenario: Kanban Metrics Comparison</vt:lpstr>
      <vt:lpstr>Solution: Kanban Metrics Comparison</vt:lpstr>
      <vt:lpstr>Scenario: Capstone Traceability</vt:lpstr>
      <vt:lpstr>Solution: Capstone Traceability</vt:lpstr>
      <vt:lpstr>Scenario: EdTech – API Failure</vt:lpstr>
      <vt:lpstr>Solution: EdTech – API Failure</vt:lpstr>
      <vt:lpstr>Scenario: HealthTech – Queue Overflow</vt:lpstr>
      <vt:lpstr>Solution: HealthTech – Queue Overflow</vt:lpstr>
      <vt:lpstr>Scenario: FinTech – Blockchain Latency</vt:lpstr>
      <vt:lpstr>Solution: FinTech – Blockchain Latency</vt:lpstr>
      <vt:lpstr>Scenario: API Gateway Error Storm</vt:lpstr>
      <vt:lpstr>Solution: API Gateway Error Storm</vt:lpstr>
      <vt:lpstr>Scenario: Frontend–Backend Contract Testing</vt:lpstr>
      <vt:lpstr>Solution: Frontend–Backend Contract Testing</vt:lpstr>
      <vt:lpstr>Scenario: OWASP – Malicious File Upload</vt:lpstr>
      <vt:lpstr>Solution: OWASP – Malicious File Upload</vt:lpstr>
      <vt:lpstr>Scenario: Kanban Forecasting</vt:lpstr>
      <vt:lpstr>Solution: Kanban Forecasting</vt:lpstr>
      <vt:lpstr>Scenario: DevSecOps – SAST Skipped</vt:lpstr>
      <vt:lpstr>Solution: DevSecOps – SAST Skipped</vt:lpstr>
      <vt:lpstr>BDD Template – Xray + Jira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Kenny Napoleon</cp:lastModifiedBy>
  <cp:revision>2</cp:revision>
  <dcterms:created xsi:type="dcterms:W3CDTF">2013-01-27T09:14:16Z</dcterms:created>
  <dcterms:modified xsi:type="dcterms:W3CDTF">2025-11-18T06:34:15Z</dcterms:modified>
  <cp:category/>
</cp:coreProperties>
</file>